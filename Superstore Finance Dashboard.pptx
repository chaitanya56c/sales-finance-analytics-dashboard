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F7A2E-6C9A-46E4-BC9B-6310494EF0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15CD2-F62A-425E-9950-EF0040A5D20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100" dirty="0" err="1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Salkapuram</a:t>
            </a:r>
            <a:r>
              <a:rPr lang="en-IN" sz="1100" baseline="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 </a:t>
            </a:r>
            <a:r>
              <a:rPr lang="en-IN" sz="1100" baseline="0" dirty="0" err="1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Chaitanya</a:t>
            </a:r>
            <a:r>
              <a:rPr lang="en-IN" sz="1100" baseline="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 | 21-11-26| Internship Task 4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415CD2-F62A-425E-9950-EF0040A5D20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81FF2-C5FE-4BEB-A263-D2EAE4B6D47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D08F5-E7F6-45A3-9F01-1DE422D4C4E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155699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IN" b="1" dirty="0" smtClean="0">
                <a:latin typeface="+mj-lt"/>
              </a:rPr>
              <a:t>Superstore Finance Dashboard</a:t>
            </a:r>
            <a:endParaRPr lang="en-US" b="1" dirty="0"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28" y="3571876"/>
            <a:ext cx="6400800" cy="828684"/>
          </a:xfrm>
        </p:spPr>
        <p:txBody>
          <a:bodyPr/>
          <a:lstStyle/>
          <a:p>
            <a:r>
              <a:rPr lang="en-IN" dirty="0" smtClean="0">
                <a:solidFill>
                  <a:srgbClr val="0070C0"/>
                </a:solidFill>
                <a:latin typeface="+mj-lt"/>
              </a:rPr>
              <a:t>Sales &amp; Profit Analysis Using Power BI</a:t>
            </a:r>
            <a:endParaRPr lang="en-US" dirty="0">
              <a:solidFill>
                <a:srgbClr val="0070C0"/>
              </a:solidFill>
              <a:latin typeface="+mj-lt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500042"/>
            <a:ext cx="8229600" cy="1011222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b="1" dirty="0" smtClean="0"/>
              <a:t>Objective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85786" y="2214554"/>
            <a:ext cx="6858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Analyze sales, profit, and order trends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Build an interactive dashboard for business stakeholders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Enable insights using KPIs, maps, time-series, and slicers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Support decision-making with drilldown and filters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 smtClean="0"/>
              <a:t>Dataset Overview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00034" y="2428868"/>
            <a:ext cx="77867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Dataset Name: Global Superstore Dataset (</a:t>
            </a:r>
            <a:r>
              <a:rPr lang="en-US" dirty="0" err="1" smtClean="0"/>
              <a:t>Kaggle</a:t>
            </a:r>
            <a:r>
              <a:rPr lang="en-US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Total Records: 51,000+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Columns: Sales, Profit, Orders, Segment, Category, Region, Ship Mode, Date, Geography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Time Period: 2011–2014Add small screenshot of the raw data.</a:t>
            </a:r>
            <a:endParaRPr lang="en-US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 smtClean="0"/>
              <a:t>Data Cleaning Steps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57224" y="2786058"/>
            <a:ext cx="500066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Data Cleaning Steps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Removed corrupted column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Changed data types (Date, Number, Text)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Created Year, Month, Quarter fields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Trimmed &amp; cleaned text columns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Replaced null values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Removed duplicates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Ensured correct geography mapping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Created Date table</a:t>
            </a:r>
            <a:endParaRPr lang="en-US" dirty="0"/>
          </a:p>
        </p:txBody>
      </p:sp>
      <p:pic>
        <p:nvPicPr>
          <p:cNvPr id="4" name="Picture 3" descr="PowerQuery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60" y="1714488"/>
            <a:ext cx="2662947" cy="478634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 smtClean="0"/>
              <a:t>Measures (DAX) 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00034" y="1714488"/>
            <a:ext cx="44291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Total Sales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Total Profit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Profit Margin %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Total Orders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Year-over-Year &amp; Month-over-Month Growth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Shipping Cost measure</a:t>
            </a:r>
            <a:endParaRPr lang="en-US" dirty="0"/>
          </a:p>
        </p:txBody>
      </p:sp>
      <p:pic>
        <p:nvPicPr>
          <p:cNvPr id="4" name="Picture 3" descr="Screenshot 2025-11-21 231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72" y="5000636"/>
            <a:ext cx="4753639" cy="371527"/>
          </a:xfrm>
          <a:prstGeom prst="rect">
            <a:avLst/>
          </a:prstGeom>
        </p:spPr>
      </p:pic>
      <p:pic>
        <p:nvPicPr>
          <p:cNvPr id="5" name="Picture 4" descr="Screenshot 2025-11-21 2318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72" y="4429132"/>
            <a:ext cx="3391374" cy="419159"/>
          </a:xfrm>
          <a:prstGeom prst="rect">
            <a:avLst/>
          </a:prstGeom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 smtClean="0"/>
              <a:t>KPIs Used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14348" y="3143248"/>
            <a:ext cx="2214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Total Sales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Total Profit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Profit Margin %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Total Orders</a:t>
            </a:r>
            <a:endParaRPr lang="en-US" dirty="0"/>
          </a:p>
        </p:txBody>
      </p:sp>
      <p:pic>
        <p:nvPicPr>
          <p:cNvPr id="4" name="Picture 3" descr="Screenshot 2025-11-21 2324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1643050"/>
            <a:ext cx="7602011" cy="1352739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 smtClean="0"/>
              <a:t>Visuals in Dashboard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00034" y="1714488"/>
            <a:ext cx="55007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Line Chart → Sales by Date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Bar Chart → Subcategory </a:t>
            </a:r>
            <a:r>
              <a:rPr lang="en-US" dirty="0" err="1" smtClean="0"/>
              <a:t>vs</a:t>
            </a:r>
            <a:r>
              <a:rPr lang="en-US" dirty="0" smtClean="0"/>
              <a:t> Sales/Profit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Clustered Bar → Shipping Cost by Ship Mode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Shape Map → Sales by State &amp; Region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Table → Order-Level Details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Slicers → Year, Category, Segment, Market, Ship Mode</a:t>
            </a:r>
            <a:endParaRPr lang="en-US" dirty="0"/>
          </a:p>
        </p:txBody>
      </p:sp>
      <p:pic>
        <p:nvPicPr>
          <p:cNvPr id="4" name="Picture 3" descr="Screenshot 2025-11-21 233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3643314"/>
            <a:ext cx="6429420" cy="2643206"/>
          </a:xfrm>
          <a:prstGeom prst="rect">
            <a:avLst/>
          </a:prstGeom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 smtClean="0"/>
              <a:t>Insights &amp; Findings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28596" y="2000240"/>
            <a:ext cx="67151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Sales increased steadily from 2011 to 2014.</a:t>
            </a:r>
          </a:p>
          <a:p>
            <a:pPr marL="342900" indent="-342900">
              <a:buAutoNum type="arabicPeriod"/>
            </a:pPr>
            <a:r>
              <a:rPr lang="en-US" dirty="0" smtClean="0"/>
              <a:t>2. Technology category generated highest sales.</a:t>
            </a:r>
          </a:p>
          <a:p>
            <a:pPr marL="342900" indent="-342900">
              <a:buAutoNum type="arabicPeriod"/>
            </a:pPr>
            <a:r>
              <a:rPr lang="en-US" dirty="0" smtClean="0"/>
              <a:t>3. Some </a:t>
            </a:r>
            <a:r>
              <a:rPr lang="en-US" dirty="0" err="1" smtClean="0"/>
              <a:t>SubCategories</a:t>
            </a:r>
            <a:r>
              <a:rPr lang="en-US" dirty="0" smtClean="0"/>
              <a:t> like Tables show high sales but low profit.</a:t>
            </a:r>
          </a:p>
          <a:p>
            <a:pPr marL="342900" indent="-342900">
              <a:buAutoNum type="arabicPeriod"/>
            </a:pPr>
            <a:r>
              <a:rPr lang="en-US" dirty="0" smtClean="0"/>
              <a:t>4. Standard Class is the most used Ship Mode.</a:t>
            </a:r>
          </a:p>
          <a:p>
            <a:pPr marL="342900" indent="-342900">
              <a:buAutoNum type="arabicPeriod"/>
            </a:pPr>
            <a:r>
              <a:rPr lang="en-US" dirty="0" smtClean="0"/>
              <a:t>5. Western and Eastern regions contribute maximum sales.</a:t>
            </a:r>
          </a:p>
          <a:p>
            <a:pPr marL="342900" indent="-342900">
              <a:buAutoNum type="arabicPeriod"/>
            </a:pPr>
            <a:r>
              <a:rPr lang="en-US" dirty="0" smtClean="0"/>
              <a:t>6. Profit margin overall remains around 12%.</a:t>
            </a:r>
          </a:p>
          <a:p>
            <a:pPr marL="342900" indent="-342900">
              <a:buAutoNum type="arabicPeriod"/>
            </a:pPr>
            <a:r>
              <a:rPr lang="en-US" dirty="0" smtClean="0"/>
              <a:t>7. Corporate Segment spends the most</a:t>
            </a:r>
            <a:endParaRPr lang="en-US" dirty="0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b="1" dirty="0" smtClean="0"/>
              <a:t>Dashboard Screenshot (Full View)</a:t>
            </a:r>
            <a:endParaRPr lang="en-US" b="1" dirty="0"/>
          </a:p>
        </p:txBody>
      </p:sp>
      <p:pic>
        <p:nvPicPr>
          <p:cNvPr id="3" name="Picture 2" descr="Screenshot 2025-11-21 233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1928802"/>
            <a:ext cx="8358246" cy="4500594"/>
          </a:xfrm>
          <a:prstGeom prst="rect">
            <a:avLst/>
          </a:prstGeom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500034" y="2000240"/>
            <a:ext cx="59293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The dashboard helps track sales, profit, and orders effectively.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Slicers make the report interactive for stakeholders.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Trend analysis helps in forecasting.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Useful for business strategy and decision-making.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071678"/>
            <a:ext cx="8229600" cy="1143000"/>
          </a:xfrm>
        </p:spPr>
        <p:txBody>
          <a:bodyPr>
            <a:noAutofit/>
          </a:bodyPr>
          <a:lstStyle/>
          <a:p>
            <a:r>
              <a:rPr lang="en-IN" sz="7200" b="1" dirty="0" smtClean="0"/>
              <a:t>Thank You</a:t>
            </a:r>
            <a:endParaRPr lang="en-US" sz="7200" b="1" dirty="0"/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355</Words>
  <Application>Microsoft Office PowerPoint</Application>
  <PresentationFormat>On-screen Show (4:3)</PresentationFormat>
  <Paragraphs>58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Superstore Finance Dashboard</vt:lpstr>
      <vt:lpstr>Objective</vt:lpstr>
      <vt:lpstr>Dataset Overview</vt:lpstr>
      <vt:lpstr>Data Cleaning Steps</vt:lpstr>
      <vt:lpstr>Measures (DAX) </vt:lpstr>
      <vt:lpstr>KPIs Used</vt:lpstr>
      <vt:lpstr>Visuals in Dashboard</vt:lpstr>
      <vt:lpstr>Insights &amp; Findings</vt:lpstr>
      <vt:lpstr>Dashboard Screenshot (Full View)</vt:lpstr>
      <vt:lpstr>Conclusion</vt:lpstr>
      <vt:lpstr>Thank You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Finance Dashboard</dc:title>
  <dc:creator>vennela</dc:creator>
  <cp:lastModifiedBy>vennela</cp:lastModifiedBy>
  <cp:revision>7</cp:revision>
  <dcterms:created xsi:type="dcterms:W3CDTF">2025-11-21T17:09:44Z</dcterms:created>
  <dcterms:modified xsi:type="dcterms:W3CDTF">2025-11-21T18:16:25Z</dcterms:modified>
</cp:coreProperties>
</file>